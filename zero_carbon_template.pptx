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7315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33333"/>
                </a:solidFill>
              </a:defRPr>
            </a:pPr>
            <a:r>
              <a:t>零碳园区解决方案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08080"/>
                </a:solidFill>
              </a:defRPr>
            </a:pPr>
            <a:r>
              <a:t>Zero-Carbon Park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中东部地区中型化工园区深度零碳解决方案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2026年3月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方案目录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方案总体框架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40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Planning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核心零碳目标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37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Zero-Carbon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技术方案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434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Technical Solutions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532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Investment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6217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实施路线图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6629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Implementation Roadmap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14400"/>
            <a:ext cx="3657600" cy="50292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333333"/>
                </a:solidFill>
              </a:defRPr>
            </a:pPr>
            <a:r>
              <a:t>方案总体框架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08080"/>
                </a:solidFill>
              </a:defRPr>
            </a:pPr>
            <a:r>
              <a:t>Planning Framework &amp; Zero-Carbon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PARK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园区规模与产业构成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园区基本情况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• 占地面积：约 500 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• 建筑面积：约 20 万平方米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• 产业类型：精细化工为主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• 年产值：约 15 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• 员工数量：约 2000 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占地面积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7744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0116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年产值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37744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200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亿元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840480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0233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员工数量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3891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2000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212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840480"/>
            <a:ext cx="2286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0233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碳排放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3891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8.5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212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万吨/年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ENERGY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能源消费与碳排放基线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能源消费结构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  <a:r>
              <a:t>◆ 电力消费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    年用电量 5000 万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    主要用于生产设备运行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  <a:r>
              <a:t>◆ 蒸汽消费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    年用蒸汽 10 万吨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    主要用于工艺加热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" y="4937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C3C3C"/>
                </a:solidFill>
              </a:defRPr>
            </a:pPr>
            <a:r>
              <a:t>◆ 燃料消费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    天然气 500 万 Nm³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    用于锅炉和工艺炉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碳排放构成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C3C3C"/>
                </a:solidFill>
              </a:defRPr>
            </a:pPr>
            <a:r>
              <a:t>◆ 范围一（直接排放）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05050"/>
                </a:solidFill>
              </a:defRPr>
            </a:pPr>
            <a:r>
              <a:t>    燃料燃烧：4.5 万吨 CO₂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05050"/>
                </a:solidFill>
              </a:defRPr>
            </a:pPr>
            <a:r>
              <a:t>    过程排放：1.0 万吨 CO₂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C3C3C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C3C3C"/>
                </a:solidFill>
              </a:defRPr>
            </a:pPr>
            <a:r>
              <a:t>◆ 范围二（间接排放）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05050"/>
                </a:solidFill>
              </a:defRPr>
            </a:pPr>
            <a:r>
              <a:t>    外购电力：2.5 万吨 CO₂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05050"/>
                </a:solidFill>
              </a:defRPr>
            </a:pPr>
            <a:r>
              <a:t>    外购蒸汽：0.5 万吨 CO₂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C3C3C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◆ 碳排放总量：8.5 万吨/年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333333"/>
                </a:solidFill>
              </a:defRPr>
            </a:pPr>
            <a:r>
              <a:t>共创零碳未来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携手共建绿色化工新时代</a:t>
            </a:r>
          </a:p>
        </p:txBody>
      </p:sp>
      <p:sp>
        <p:nvSpPr>
          <p:cNvPr id="6" name="Oval 5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