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零碳园区用能及产业构成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工业节能解决方案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汽车制造零碳园区 - 主要工艺用能占比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/>
            </a:pPr>
            <a:r>
              <a:t>热处理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554480"/>
            <a:ext cx="4572000" cy="45720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926080" y="1554480"/>
            <a:ext cx="1783080" cy="4572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59" y="13716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39%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/>
            </a:pPr>
            <a:r>
              <a:t>涂装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2468880"/>
            <a:ext cx="4572000" cy="45720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26080" y="2468880"/>
            <a:ext cx="1371600" cy="4572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59" y="22860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04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/>
            </a:pPr>
            <a:r>
              <a:t>铸造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3383280"/>
            <a:ext cx="4572000" cy="45720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26080" y="3383280"/>
            <a:ext cx="822960" cy="4572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59" y="32004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18%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148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/>
            </a:pPr>
            <a:r>
              <a:t>机加工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4297680"/>
            <a:ext cx="4572000" cy="45720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926080" y="4297680"/>
            <a:ext cx="594360" cy="4572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59" y="41148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13%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汽车制造零碳园区 - 主要设备用能占比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/>
            </a:pPr>
            <a:r>
              <a:t>工业炉窑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554480"/>
            <a:ext cx="4572000" cy="45720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926080" y="1554480"/>
            <a:ext cx="2240280" cy="4572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59" y="13716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49%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/>
            </a:pPr>
            <a:r>
              <a:t>空压机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2468880"/>
            <a:ext cx="4572000" cy="45720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26080" y="2468880"/>
            <a:ext cx="1051560" cy="4572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59" y="22860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23%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04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/>
            </a:pPr>
            <a:r>
              <a:t>电机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3383280"/>
            <a:ext cx="4572000" cy="45720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26080" y="3383280"/>
            <a:ext cx="685800" cy="4572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59" y="32004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15%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148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/>
            </a:pPr>
            <a:r>
              <a:t>空调系统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4297680"/>
            <a:ext cx="4572000" cy="45720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926080" y="4297680"/>
            <a:ext cx="594360" cy="4572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59" y="41148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13%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汽车制造零碳园区 - 公用介质用能占比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82880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/>
            </a:pPr>
            <a:r>
              <a:t>电力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615440"/>
            <a:ext cx="4572000" cy="60960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926080" y="1615440"/>
            <a:ext cx="3657600" cy="6096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59" y="1371600"/>
            <a:ext cx="91440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80%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90799"/>
            <a:ext cx="182880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/>
            </a:pPr>
            <a:r>
              <a:t>天然气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2834639"/>
            <a:ext cx="4572000" cy="60960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26080" y="2834639"/>
            <a:ext cx="685800" cy="6096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59" y="2590799"/>
            <a:ext cx="91440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15%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09999"/>
            <a:ext cx="182880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/>
            </a:pPr>
            <a:r>
              <a:t>蒸汽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4053839"/>
            <a:ext cx="4572000" cy="60960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26080" y="4053839"/>
            <a:ext cx="228600" cy="6096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59" y="3809999"/>
            <a:ext cx="91440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矿山零碳园区 - 主要工艺用能占比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82880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/>
            </a:pPr>
            <a:r>
              <a:t>采矿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615440"/>
            <a:ext cx="4572000" cy="60960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926080" y="1615440"/>
            <a:ext cx="1874519" cy="6096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59" y="1371600"/>
            <a:ext cx="91440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41%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90799"/>
            <a:ext cx="182880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/>
            </a:pPr>
            <a:r>
              <a:t>选矿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2834639"/>
            <a:ext cx="4572000" cy="60960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26080" y="2834639"/>
            <a:ext cx="1737360" cy="6096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59" y="2590799"/>
            <a:ext cx="91440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38%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09999"/>
            <a:ext cx="182880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/>
            </a:pPr>
            <a:r>
              <a:t>提升运输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4053839"/>
            <a:ext cx="4572000" cy="60960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26080" y="4053839"/>
            <a:ext cx="960120" cy="6096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59" y="3809999"/>
            <a:ext cx="91440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21%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矿山零碳园区 - 主要设备用能占比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828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/>
            </a:pPr>
            <a:r>
              <a:t>提升机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517904"/>
            <a:ext cx="4572000" cy="36576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926080" y="1517904"/>
            <a:ext cx="1371600" cy="3657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59" y="1371600"/>
            <a:ext cx="914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30%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828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/>
            </a:pPr>
            <a:r>
              <a:t>空压机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2249424"/>
            <a:ext cx="4572000" cy="36576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26080" y="2249424"/>
            <a:ext cx="1143000" cy="3657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59" y="2103120"/>
            <a:ext cx="914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34639"/>
            <a:ext cx="1828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/>
            </a:pPr>
            <a:r>
              <a:t>水泵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2980944"/>
            <a:ext cx="4572000" cy="36576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26080" y="2980944"/>
            <a:ext cx="822960" cy="3657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59" y="2834639"/>
            <a:ext cx="914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18%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66159"/>
            <a:ext cx="1828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/>
            </a:pPr>
            <a:r>
              <a:t>通风机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3712463"/>
            <a:ext cx="4572000" cy="36576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926080" y="3712463"/>
            <a:ext cx="685800" cy="3657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59" y="3566159"/>
            <a:ext cx="914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15%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97679"/>
            <a:ext cx="1828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/>
            </a:pPr>
            <a:r>
              <a:t>电机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26080" y="4443983"/>
            <a:ext cx="4572000" cy="36576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26080" y="4443983"/>
            <a:ext cx="548640" cy="3657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59" y="4297679"/>
            <a:ext cx="914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12%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矿山零碳园区 - 公用介质用能占比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82880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/>
            </a:pPr>
            <a:r>
              <a:t>电力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615440"/>
            <a:ext cx="4572000" cy="60960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926080" y="1615440"/>
            <a:ext cx="4160520" cy="6096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59" y="1371600"/>
            <a:ext cx="91440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91%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90799"/>
            <a:ext cx="182880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/>
            </a:pPr>
            <a:r>
              <a:t>柴油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2834639"/>
            <a:ext cx="4572000" cy="60960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26080" y="2834639"/>
            <a:ext cx="320040" cy="6096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59" y="2590799"/>
            <a:ext cx="91440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09999"/>
            <a:ext cx="182880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/>
            </a:pPr>
            <a:r>
              <a:t>天然气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4053839"/>
            <a:ext cx="4572000" cy="60960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59" y="3809999"/>
            <a:ext cx="91440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2%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行业用能特征对比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8D4"/>
                </a:solidFill>
              </a:defRPr>
            </a:pPr>
            <a:r>
              <a:t>汽车制造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  主导能源: 电力(80%)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574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  最高能耗设备: 工业炉窑(49%)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  主要工艺: 热处理(39%)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3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  节能重点: 加热设备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0972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28B22"/>
                </a:solidFill>
              </a:defRPr>
            </a:pPr>
            <a:r>
              <a:t>矿山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  主导能源: 电力(91%)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574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  最高能耗设备: 提升机(30%)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  主要工艺: 采矿(41%)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8803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  节能重点: 动力设备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工业节能解决方案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8D4"/>
                </a:solidFill>
              </a:defRPr>
            </a:pPr>
            <a:r>
              <a:t>▸ 通用节能措施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  • 能源管理系统(EMS)实时监测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  • 设备变频改造(VFD)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  • 余热回收利用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  • 智能照明控制系统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79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8D4"/>
                </a:solidFill>
              </a:defRPr>
            </a:pPr>
            <a:r>
              <a:t>▸ 汽车制造专项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79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  • 工业炉窑蓄热式燃烧技术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  • 涂装废气余热回收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  • 空压机群联控系统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377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  • 高效热处理工艺优化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577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8D4"/>
                </a:solidFill>
              </a:defRPr>
            </a:pPr>
            <a:r>
              <a:t>▸ 矿山专项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03504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  • 提升机能量回馈系统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4008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  • 矿井通风智能控制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766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  • 水泵高效运行优化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71323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  • 电动设备替代柴油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谢谢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