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66CC"/>
                </a:solidFill>
              </a:defRPr>
            </a:pPr>
            <a:r>
              <a:t>储能项目投资方案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01 项目背景</a:t>
            </a:r>
          </a:p>
          <a:p>
            <a:pPr>
              <a:spcAft>
                <a:spcPts val="2000"/>
              </a:spcAft>
              <a:defRPr sz="2800"/>
            </a:pPr>
            <a:r>
              <a:t>02 投资估算</a:t>
            </a:r>
          </a:p>
          <a:p>
            <a:pPr>
              <a:spcAft>
                <a:spcPts val="2000"/>
              </a:spcAft>
              <a:defRPr sz="2800"/>
            </a:pPr>
            <a:r>
              <a:t>03 收益分析</a:t>
            </a:r>
          </a:p>
          <a:p>
            <a:pPr>
              <a:spcAft>
                <a:spcPts val="2000"/>
              </a:spcAft>
              <a:defRPr sz="2800"/>
            </a:pPr>
            <a:r>
              <a:t>04 风险评估</a:t>
            </a:r>
          </a:p>
          <a:p>
            <a:pPr>
              <a:spcAft>
                <a:spcPts val="2000"/>
              </a:spcAft>
              <a:defRPr sz="2800"/>
            </a:pPr>
            <a:r>
              <a:t>05 结论与建议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01 项目背景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400"/>
            </a:pPr>
            <a:r>
              <a:t>• 政策支持：国家大力发展储能产业，多项政策出台</a:t>
            </a:r>
          </a:p>
          <a:p>
            <a:pPr>
              <a:spcAft>
                <a:spcPts val="1600"/>
              </a:spcAft>
              <a:defRPr sz="2400"/>
            </a:pPr>
            <a:r>
              <a:t>• 市场需求：峰谷电价差扩大，储能经济性凸显</a:t>
            </a:r>
          </a:p>
          <a:p>
            <a:pPr>
              <a:spcAft>
                <a:spcPts val="1600"/>
              </a:spcAft>
              <a:defRPr sz="2400"/>
            </a:pPr>
            <a:r>
              <a:t>• 技术成熟：锂电池成本持续下降，系统集成能力提升</a:t>
            </a:r>
          </a:p>
          <a:p>
            <a:pPr>
              <a:spcAft>
                <a:spcPts val="1600"/>
              </a:spcAft>
              <a:defRPr sz="2400"/>
            </a:pPr>
            <a:r>
              <a:t>• 投资窗口：当前是布局储能的黄金期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02 投资估算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400"/>
            </a:pPr>
            <a:r>
              <a:t>• 储能容量：1000 kWh</a:t>
            </a:r>
          </a:p>
          <a:p>
            <a:pPr>
              <a:spcAft>
                <a:spcPts val="1600"/>
              </a:spcAft>
              <a:defRPr sz="2400"/>
            </a:pPr>
            <a:r>
              <a:t>• 单位成本：1500 元/kWh</a:t>
            </a:r>
          </a:p>
          <a:p>
            <a:pPr>
              <a:spcAft>
                <a:spcPts val="1600"/>
              </a:spcAft>
              <a:defRPr sz="2400"/>
            </a:pPr>
            <a:r>
              <a:t>• 总投资：约 150 万元</a:t>
            </a:r>
          </a:p>
          <a:p>
            <a:pPr>
              <a:spcAft>
                <a:spcPts val="1600"/>
              </a:spcAft>
              <a:defRPr sz="2400"/>
            </a:pPr>
            <a:r>
              <a:t>• 建设周期：3-6 个月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66CC"/>
                </a:solidFill>
              </a:defRPr>
            </a:pPr>
            <a: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