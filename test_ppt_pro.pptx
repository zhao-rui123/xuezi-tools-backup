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274320" cy="2743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333333"/>
                </a:solidFill>
              </a:defRPr>
            </a:pPr>
            <a:r>
              <a:t>储能项目投资方案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808080"/>
                </a:solidFill>
              </a:defRPr>
            </a:pPr>
            <a:r>
              <a:t>2026年3月 | 零碳产业研究院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3657600" cy="4572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08080"/>
                </a:solidFill>
              </a:defRPr>
            </a:pPr>
            <a:r>
              <a:t>市场需求与政策分析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14600"/>
            <a:ext cx="960120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974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投资估算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974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08080"/>
                </a:solidFill>
              </a:defRPr>
            </a:pPr>
            <a:r>
              <a:t>储能系统成本测算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83280"/>
            <a:ext cx="960120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5661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收益分析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08080"/>
                </a:solidFill>
              </a:defRPr>
            </a:pPr>
            <a:r>
              <a:t>投资回报测算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960120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4348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风险评估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4348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08080"/>
                </a:solidFill>
              </a:defRPr>
            </a:pPr>
            <a:r>
              <a:t>项目风险与对策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120640"/>
            <a:ext cx="960120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3035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结论建议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3035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08080"/>
                </a:solidFill>
              </a:defRPr>
            </a:pPr>
            <a:r>
              <a:t>投资建议与展望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989320"/>
            <a:ext cx="960120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73152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01 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◆ 政策支持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    • 国家发改委发布《关于加快推动新型储能发展的指导意见》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    • 各地出台储能补贴政策，最高补贴1元/Wh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    • 十四五规划明确储能装机目标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◆ 市场需求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    • 峰谷电价差持续扩大，工商储能经济性凸显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    • 新能源装机快速增长，储能配套需求迫切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    • 电网调峰调频需求旺盛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◆ 技术成熟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    • 锂电池成本持续下降，2025年预计降至0.8元/Wh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    • 系统集成技术日益成熟，项目经验丰富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73152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02 投资估算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74320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</a:defRPr>
            </a:pPr>
            <a:r>
              <a:t>储能容量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kWh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645920"/>
            <a:ext cx="274320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9202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</a:defRPr>
            </a:pPr>
            <a:r>
              <a:t>单位成本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7744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1089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元/kWh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645920"/>
            <a:ext cx="274320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9202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</a:defRPr>
            </a:pPr>
            <a:r>
              <a:t>总投资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37744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31089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万元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645920"/>
            <a:ext cx="16459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0" y="19202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</a:defRPr>
            </a:pPr>
            <a:r>
              <a:t>建设周期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37744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3-6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1089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成本构成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2011680" cy="7315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92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电池系统 60%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754880"/>
            <a:ext cx="2011680" cy="73152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4892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PCS变流器 15%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4754880"/>
            <a:ext cx="2011680" cy="731520"/>
          </a:xfrm>
          <a:prstGeom prst="round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4892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BMS系统 10%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754880"/>
            <a:ext cx="2011680" cy="731520"/>
          </a:xfrm>
          <a:prstGeom prst="round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4892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土建施工 8%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4754880"/>
            <a:ext cx="2011680" cy="731520"/>
          </a:xfrm>
          <a:prstGeom prst="round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4892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其他费用 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7315200" cy="7315200"/>
          </a:xfrm>
          <a:prstGeom prst="ellipse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66CC"/>
                </a:solidFill>
              </a:defRPr>
            </a:pPr>
            <a: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