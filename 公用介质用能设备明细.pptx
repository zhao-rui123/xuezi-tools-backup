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公用介质用能设备明细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矿山与汽车制造零碳园区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汽车制造零碳园区 - 公用介质用能设备明细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电力</a:t>
            </a:r>
            <a:br/>
            <a: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工业炉窑（热处理、铸造）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空压机站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37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各类电机设备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空调与暖通系统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6887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数控机床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工业机器人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涂装生产线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566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输送设备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31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照明系统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检测设备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天然气</a:t>
            </a:r>
            <a:br/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120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工业炉窑（加热炉）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486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锅炉（蒸汽/热水）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852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热处理炉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涂装烘干炉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钎焊设备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厨房餐饮设备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蒸汽</a:t>
            </a:r>
            <a:br/>
            <a:r>
              <a:t>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6675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工艺加热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7040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前处理清洗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7406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涂装脱脂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空调供暖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设备消毒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实验室用气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矿山零碳园区 - 公用介质用能设备明细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电力</a:t>
            </a:r>
            <a:br/>
            <a:r>
              <a:t>91%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提升机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空压机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37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排水泵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通风机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6887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各类电机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83463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照明系统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输送胶带机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566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破碎筛分设备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31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浮选设备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压滤设备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6634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除尘设备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0292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监控通信设备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柴油</a:t>
            </a:r>
            <a:br/>
            <a:r>
              <a:t>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852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电动宽体车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6217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挖掘机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6583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装载机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69494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推土机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钻探设备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备用发电机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应急照明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772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天然气</a:t>
            </a:r>
            <a:br/>
            <a: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7772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锅炉房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8138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冬季取暖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737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员工厨房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• 办公楼供暖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公用介质用能对比汇总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公用介质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汽车制造占比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矿山占比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主要差异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电力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矿山更高，提升/排水/通风为主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天然气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汽车制造用于热加工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蒸汽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汽车制造有工艺蒸汽需求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柴油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矿山运输设备为主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